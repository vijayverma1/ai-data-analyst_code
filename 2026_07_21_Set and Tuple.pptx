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71" r:id="rId7"/>
    <p:sldId id="262" r:id="rId8"/>
    <p:sldId id="258" r:id="rId9"/>
    <p:sldId id="260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0EA7ED-DB3A-3F42-B8FA-3BB1E0BFC270}" v="50" dt="2026-07-23T01:17:47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1"/>
    <p:restoredTop sz="94637"/>
  </p:normalViewPr>
  <p:slideViewPr>
    <p:cSldViewPr snapToGrid="0">
      <p:cViewPr>
        <p:scale>
          <a:sx n="75" d="100"/>
          <a:sy n="75" d="100"/>
        </p:scale>
        <p:origin x="109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15A8-CC54-4EAA-4512-60992BE34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955CA-0309-A27F-746E-49F076D93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2F6AE-A837-20F6-EF4C-2BB2398D7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D79D-E59C-FA4F-BDBC-BD5E95965D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6F31-92CB-39CE-C1C4-18F1869C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9A89B-0B17-329C-0108-A1E6DB8A9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1FCB-A800-5449-ACC7-E31753093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8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4E2D9-9607-F826-DA69-6B3AA9706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45999-1467-735D-B5B8-B3B87B02D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55481-CF34-BD31-0D01-2CA4752F7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D79D-E59C-FA4F-BDBC-BD5E95965D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4C433-4469-F34C-DE17-3599EC6B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D886F-3513-5E3E-07CB-B6E41EE6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1FCB-A800-5449-ACC7-E31753093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05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2D46-B638-DE57-9BF7-FB2247995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FD69F-ECA4-C171-7614-3E8001CC3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49718-6FD4-5359-CA28-04A817A3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D79D-E59C-FA4F-BDBC-BD5E95965D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D46AB-7AEC-BE70-0974-9F1EC38F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9FE29-F7DB-451F-A68F-677C5F4C5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1FCB-A800-5449-ACC7-E31753093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7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DC358-96FF-CF12-6D80-7F593902C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40CCD-50B2-A5CB-E6B4-44FB7AA04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64882-CC13-15E8-CEC5-56792F237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33967-FB15-64A6-2F33-3413A5EA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D79D-E59C-FA4F-BDBC-BD5E95965D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B1A6D-2854-890F-63F1-3C5B7061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5C4B5-B3C4-50EC-7843-FB0B1F93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1FCB-A800-5449-ACC7-E31753093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17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96C08-EBDC-1683-5B32-7C4B51D6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40F4D-B3C8-BE82-4545-55DB73409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F37C4-4729-FF1C-35F1-FE84FB97C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C567D-9E59-D497-D86B-967D01D61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5C6C3F-0370-9F5A-7DC3-75EB41457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7C7A2E-56B0-20E8-B6D7-632424332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D79D-E59C-FA4F-BDBC-BD5E95965D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299555-87DB-FA9C-EA45-DCF6E083D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37D883-FA08-4697-6AB6-57A7C6BD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1FCB-A800-5449-ACC7-E31753093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89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05F4-D29D-62FF-EE62-601D9AA6E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A82505-28E3-31A4-2FC9-CDB5E7BE9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D79D-E59C-FA4F-BDBC-BD5E95965D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CA187-BAFA-85DB-9036-18127266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48314-F4EA-038F-31E8-AA6C2001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1FCB-A800-5449-ACC7-E31753093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71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953876-3A0E-E13D-194F-05368F5AB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D79D-E59C-FA4F-BDBC-BD5E95965D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C57E8-FF63-5D7F-019B-17B36D033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B9A30-CB96-6F99-8273-3B4545F5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1FCB-A800-5449-ACC7-E31753093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7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8D980-F2BA-1C37-B4D6-7F774AC82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9E228-7C3F-19FA-2A22-359CF827D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BD3EB-46D0-5985-AF61-69FC38032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861F4-7BAF-F482-A24F-8B695BD05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D79D-E59C-FA4F-BDBC-BD5E95965D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54CA5-C6CB-EEC1-0E74-36978505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FE6BD-56FB-F4D5-B5F5-B2BE75DDB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1FCB-A800-5449-ACC7-E31753093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12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B7E4-A569-6137-F1A2-F3839252D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FEBF28-3BAD-D9C5-63F6-4B716419F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96CF3-837C-9383-963E-B9DB84165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72C24-445E-21AA-6C49-67B98BBD0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D79D-E59C-FA4F-BDBC-BD5E95965D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544FA-A69F-C59D-890C-D451C00F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71342-5ED8-8FB3-4928-35B6A4F05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1FCB-A800-5449-ACC7-E31753093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12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16EC-A201-2589-DD07-1D7AC8F8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D879F-8C79-1869-80D0-F62B87B6F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B4200-845A-26A1-AEFB-F8EE811C7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D79D-E59C-FA4F-BDBC-BD5E95965D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E4437-3905-052A-FE46-FC917C0D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0DB41-634B-F846-0888-6EFAF020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1FCB-A800-5449-ACC7-E31753093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93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035A39-3586-465D-6F1A-F4E67B286D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53BC5E-185D-36F4-C43F-E685F4BC9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75F04-B20F-E250-84D5-474050FA8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D79D-E59C-FA4F-BDBC-BD5E95965D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2D4FC-9A9F-AEC7-6AD2-57AFF032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BA298-A814-E183-2FD0-D87C246C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1FCB-A800-5449-ACC7-E31753093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48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2C6980-8B41-48C1-1334-287A1EB0C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7A95E-BE7F-8086-7B81-689284E6D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8448F-CA28-243D-167C-84A7D310E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3D79D-E59C-FA4F-BDBC-BD5E95965D85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906A-F3A7-AF15-AABE-9A6612E62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B6917-BC90-D81A-9BAE-9D741556A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F1FCB-A800-5449-ACC7-E31753093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5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2856B-0F37-C97E-E494-E554D9AEED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Set and Tuple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C3850-13A2-014E-AC2B-B5A359410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4304" y="2316163"/>
            <a:ext cx="9144000" cy="16557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11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594E2-BA14-D071-AE44-EBBF9FFDD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442" y="259443"/>
            <a:ext cx="1190171" cy="832757"/>
          </a:xfrm>
        </p:spPr>
        <p:txBody>
          <a:bodyPr/>
          <a:lstStyle/>
          <a:p>
            <a:r>
              <a:rPr lang="en-US" dirty="0"/>
              <a:t>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D3E54-B362-6CBA-6FDE-B1E2867E8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442" y="1457325"/>
            <a:ext cx="6297386" cy="2517775"/>
          </a:xfrm>
        </p:spPr>
        <p:txBody>
          <a:bodyPr>
            <a:normAutofit lnSpcReduction="10000"/>
          </a:bodyPr>
          <a:lstStyle/>
          <a:p>
            <a:r>
              <a:rPr lang="en-CA" dirty="0"/>
              <a:t>- Set is a collection of unique items.</a:t>
            </a:r>
          </a:p>
          <a:p>
            <a:r>
              <a:rPr lang="en-CA" dirty="0"/>
              <a:t>- </a:t>
            </a:r>
            <a:r>
              <a:rPr lang="en-CA" dirty="0">
                <a:highlight>
                  <a:srgbClr val="FFFF00"/>
                </a:highlight>
              </a:rPr>
              <a:t>It does not allow duplicate values.</a:t>
            </a:r>
          </a:p>
          <a:p>
            <a:r>
              <a:rPr lang="en-CA" dirty="0"/>
              <a:t>- Set items are unordered.</a:t>
            </a:r>
          </a:p>
          <a:p>
            <a:r>
              <a:rPr lang="en-CA" dirty="0"/>
              <a:t>- </a:t>
            </a:r>
            <a:r>
              <a:rPr lang="en-CA" dirty="0">
                <a:highlight>
                  <a:srgbClr val="FFFF00"/>
                </a:highlight>
              </a:rPr>
              <a:t>Set does not support indexing.</a:t>
            </a:r>
          </a:p>
          <a:p>
            <a:r>
              <a:rPr lang="en-CA" dirty="0"/>
              <a:t>- </a:t>
            </a:r>
            <a:r>
              <a:rPr lang="en-CA" dirty="0">
                <a:highlight>
                  <a:srgbClr val="FFFF00"/>
                </a:highlight>
              </a:rPr>
              <a:t>Set is created using curly brackets { }.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4E548B-5DE5-FA98-7C35-C3B064913C52}"/>
              </a:ext>
            </a:extLst>
          </p:cNvPr>
          <p:cNvSpPr txBox="1">
            <a:spLocks/>
          </p:cNvSpPr>
          <p:nvPr/>
        </p:nvSpPr>
        <p:spPr>
          <a:xfrm>
            <a:off x="957943" y="4340226"/>
            <a:ext cx="6297386" cy="187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CA" dirty="0">
                <a:solidFill>
                  <a:srgbClr val="FF0000"/>
                </a:solidFill>
              </a:rPr>
              <a:t>where should be set used ?</a:t>
            </a:r>
          </a:p>
          <a:p>
            <a:pPr>
              <a:buFontTx/>
              <a:buChar char="-"/>
            </a:pPr>
            <a:r>
              <a:rPr lang="en-CA" dirty="0">
                <a:solidFill>
                  <a:srgbClr val="FF0000"/>
                </a:solidFill>
              </a:rPr>
              <a:t>Input ?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584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4A87-A9D4-5C3A-60F6-E84D6535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84654"/>
            <a:ext cx="1096735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Example: </a:t>
            </a:r>
          </a:p>
          <a:p>
            <a:r>
              <a:rPr lang="en-CA" dirty="0"/>
              <a:t>fruits = {"apple", "banana", "orange", "apple"} </a:t>
            </a:r>
          </a:p>
          <a:p>
            <a:r>
              <a:rPr lang="en-CA" dirty="0"/>
              <a:t>print(fruits) Output: {'apple', 'banana', 'orange’} 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# </a:t>
            </a:r>
            <a:r>
              <a:rPr lang="en-CA" dirty="0">
                <a:solidFill>
                  <a:srgbClr val="FF0000"/>
                </a:solidFill>
              </a:rPr>
              <a:t>Duplicate "apple" is removed automatically.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Check type: </a:t>
            </a:r>
          </a:p>
          <a:p>
            <a:pPr marL="0" indent="0">
              <a:buNone/>
            </a:pPr>
            <a:r>
              <a:rPr lang="en-CA" dirty="0"/>
              <a:t>print(type(fruits)) </a:t>
            </a:r>
          </a:p>
          <a:p>
            <a:pPr marL="0" indent="0">
              <a:buNone/>
            </a:pPr>
            <a:r>
              <a:rPr lang="en-CA" dirty="0"/>
              <a:t>Output: &lt;class 'set'&gt;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341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1D0F5-2580-BBF5-6BB5-2AD10F7C3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670" y="258081"/>
            <a:ext cx="11587844" cy="6289676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1. No duplicate values</a:t>
            </a:r>
          </a:p>
          <a:p>
            <a:pPr lvl="1"/>
            <a:r>
              <a:rPr lang="en-CA" dirty="0"/>
              <a:t>Example: numbers = {1, 2, 3, 3, 4} </a:t>
            </a:r>
          </a:p>
          <a:p>
            <a:pPr lvl="1"/>
            <a:r>
              <a:rPr lang="en-CA" dirty="0"/>
              <a:t>print(numbers) Output: {1, 2, 3, 4}</a:t>
            </a:r>
          </a:p>
          <a:p>
            <a:pPr marL="457200" lvl="1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2. No indexing </a:t>
            </a:r>
          </a:p>
          <a:p>
            <a:pPr marL="0" indent="0">
              <a:buNone/>
            </a:pPr>
            <a:r>
              <a:rPr lang="en-CA" dirty="0"/>
              <a:t>       Example: numbers[0] </a:t>
            </a:r>
          </a:p>
          <a:p>
            <a:pPr marL="0" indent="0">
              <a:buNone/>
            </a:pPr>
            <a:r>
              <a:rPr lang="en-CA" dirty="0"/>
              <a:t>        Output: Error # </a:t>
            </a:r>
          </a:p>
          <a:p>
            <a:pPr marL="0" indent="0">
              <a:buNone/>
            </a:pPr>
            <a:r>
              <a:rPr lang="en-CA" dirty="0"/>
              <a:t>Because set items do not have positions.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3. Mutable - We can add or remove items after creating a 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898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B0D7-08B5-26E6-E163-E368F0501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1" y="152400"/>
            <a:ext cx="5384196" cy="457201"/>
          </a:xfrm>
        </p:spPr>
        <p:txBody>
          <a:bodyPr>
            <a:noAutofit/>
          </a:bodyPr>
          <a:lstStyle/>
          <a:p>
            <a:r>
              <a:rPr lang="en-CA" sz="2800" dirty="0"/>
              <a:t>Common Set Commands-1: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D6881-CD3C-8325-02C4-193F01390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3" y="457199"/>
            <a:ext cx="12233124" cy="56170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1800" dirty="0"/>
              <a:t>1. add() </a:t>
            </a:r>
          </a:p>
          <a:p>
            <a:pPr marL="0" indent="0">
              <a:buNone/>
            </a:pPr>
            <a:r>
              <a:rPr lang="en-CA" sz="1800" dirty="0"/>
              <a:t>Purpose: - Adds one new item to the set. </a:t>
            </a:r>
          </a:p>
          <a:p>
            <a:pPr marL="0" indent="0">
              <a:buNone/>
            </a:pPr>
            <a:r>
              <a:rPr lang="en-CA" sz="1800" dirty="0"/>
              <a:t>Example: fruits = {"apple", "banana"} </a:t>
            </a:r>
          </a:p>
          <a:p>
            <a:pPr marL="0" indent="0">
              <a:buNone/>
            </a:pPr>
            <a:r>
              <a:rPr lang="en-CA" sz="1800" dirty="0" err="1"/>
              <a:t>fruits.add</a:t>
            </a:r>
            <a:r>
              <a:rPr lang="en-CA" sz="1800" dirty="0"/>
              <a:t>("orange") </a:t>
            </a:r>
          </a:p>
          <a:p>
            <a:pPr marL="0" indent="0">
              <a:buNone/>
            </a:pPr>
            <a:r>
              <a:rPr lang="en-CA" sz="1800" dirty="0"/>
              <a:t>print(fruits)</a:t>
            </a:r>
          </a:p>
          <a:p>
            <a:pPr marL="0" indent="0">
              <a:buNone/>
            </a:pPr>
            <a:r>
              <a:rPr lang="en-CA" sz="1800" dirty="0"/>
              <a:t>Output: {'apple', 'banana', 'orange’}</a:t>
            </a:r>
          </a:p>
          <a:p>
            <a:pPr marL="0" indent="0">
              <a:buNone/>
            </a:pPr>
            <a:r>
              <a:rPr lang="en-CA" sz="1800" dirty="0"/>
              <a:t>2. remove() </a:t>
            </a:r>
          </a:p>
          <a:p>
            <a:pPr marL="0" indent="0">
              <a:buNone/>
            </a:pPr>
            <a:r>
              <a:rPr lang="en-CA" sz="1800" dirty="0"/>
              <a:t>Purpose: - Removes a specific item. - Gives an error if item does not exist. </a:t>
            </a:r>
          </a:p>
          <a:p>
            <a:pPr marL="0" indent="0">
              <a:buNone/>
            </a:pPr>
            <a:r>
              <a:rPr lang="en-CA" sz="1800" dirty="0"/>
              <a:t>Example: </a:t>
            </a:r>
            <a:r>
              <a:rPr lang="en-CA" sz="1800" dirty="0" err="1"/>
              <a:t>fruits.remove</a:t>
            </a:r>
            <a:r>
              <a:rPr lang="en-CA" sz="1800" dirty="0"/>
              <a:t>("banana")</a:t>
            </a:r>
          </a:p>
          <a:p>
            <a:pPr marL="0" indent="0">
              <a:buNone/>
            </a:pPr>
            <a:r>
              <a:rPr lang="en-CA" sz="1800" dirty="0"/>
              <a:t>print(fruits) </a:t>
            </a:r>
          </a:p>
          <a:p>
            <a:pPr marL="0" indent="0">
              <a:buNone/>
            </a:pPr>
            <a:r>
              <a:rPr lang="en-CA" sz="1800" dirty="0"/>
              <a:t>Output: {'apple', 'orange’}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1800" dirty="0"/>
              <a:t>3. discard()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1800" dirty="0"/>
              <a:t>Purpose: - Removes an item. - Does not give an error if item is missing.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1800" dirty="0"/>
              <a:t>Example: </a:t>
            </a:r>
            <a:r>
              <a:rPr lang="en-CA" sz="1800" dirty="0" err="1"/>
              <a:t>fruits.discard</a:t>
            </a:r>
            <a:r>
              <a:rPr lang="en-CA" sz="1800" dirty="0"/>
              <a:t>("mango")print(fruits) Output: {'apple', 'orange’}</a:t>
            </a:r>
          </a:p>
          <a:p>
            <a:pPr marL="0" indent="0">
              <a:buNone/>
            </a:pPr>
            <a:r>
              <a:rPr lang="en-CA" sz="1800" dirty="0"/>
              <a:t>4. </a:t>
            </a:r>
            <a:r>
              <a:rPr lang="en-CA" sz="1800" dirty="0" err="1"/>
              <a:t>len</a:t>
            </a:r>
            <a:r>
              <a:rPr lang="en-CA" sz="1800" dirty="0"/>
              <a:t>() Purpose: - Finds the total number of items. </a:t>
            </a:r>
          </a:p>
          <a:p>
            <a:pPr marL="0" indent="0">
              <a:buNone/>
            </a:pPr>
            <a:r>
              <a:rPr lang="en-CA" sz="1800" dirty="0"/>
              <a:t>Example: print(</a:t>
            </a:r>
            <a:r>
              <a:rPr lang="en-CA" sz="1800" dirty="0" err="1"/>
              <a:t>len</a:t>
            </a:r>
            <a:r>
              <a:rPr lang="en-CA" sz="1800" dirty="0"/>
              <a:t>(fruits)) </a:t>
            </a:r>
          </a:p>
          <a:p>
            <a:pPr marL="0" indent="0">
              <a:buNone/>
            </a:pPr>
            <a:r>
              <a:rPr lang="en-CA" sz="1800" dirty="0"/>
              <a:t>Output: 2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28067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41155-9156-ECDB-55EB-E8805FB20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34" y="398993"/>
            <a:ext cx="10515600" cy="532342"/>
          </a:xfrm>
        </p:spPr>
        <p:txBody>
          <a:bodyPr>
            <a:normAutofit fontScale="90000"/>
          </a:bodyPr>
          <a:lstStyle/>
          <a:p>
            <a:r>
              <a:rPr lang="en-CA" dirty="0"/>
              <a:t>Common Set Commands-2: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A6C57-519A-CE47-86FF-63EBE5F80A3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6466" y="1199091"/>
            <a:ext cx="10515600" cy="4849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2000" dirty="0"/>
              <a:t>5. in operator </a:t>
            </a:r>
          </a:p>
          <a:p>
            <a:pPr marL="0" indent="0">
              <a:buNone/>
            </a:pPr>
            <a:r>
              <a:rPr lang="en-CA" sz="2000" dirty="0"/>
              <a:t>Purpose: - Checks whether an item exists in the set. </a:t>
            </a:r>
          </a:p>
          <a:p>
            <a:pPr marL="0" indent="0">
              <a:buNone/>
            </a:pPr>
            <a:r>
              <a:rPr lang="en-CA" sz="2000" dirty="0"/>
              <a:t>Example: print("apple" in fruits) Output: True</a:t>
            </a:r>
          </a:p>
          <a:p>
            <a:pPr marL="0" indent="0">
              <a:buNone/>
            </a:pPr>
            <a:endParaRPr lang="en-CA" sz="2000" dirty="0"/>
          </a:p>
          <a:p>
            <a:pPr marL="0" indent="0">
              <a:buNone/>
            </a:pPr>
            <a:r>
              <a:rPr lang="en-CA" sz="2000" dirty="0"/>
              <a:t>6. clear() Purpose: - Removes all items from the set. Example: </a:t>
            </a:r>
            <a:r>
              <a:rPr lang="en-CA" sz="2000" dirty="0" err="1"/>
              <a:t>fruits.clear</a:t>
            </a:r>
            <a:r>
              <a:rPr lang="en-CA" sz="2000" dirty="0"/>
              <a:t>() print(fruits) Output: set()</a:t>
            </a:r>
          </a:p>
          <a:p>
            <a:pPr marL="0" indent="0">
              <a:buNone/>
            </a:pPr>
            <a:r>
              <a:rPr lang="en-CA" sz="2000" dirty="0"/>
              <a:t>7. union() Purpose: - Combines two sets and removes duplicates. Example: A = {1, 2, 3} B = {3, 4, 5} print(</a:t>
            </a:r>
            <a:r>
              <a:rPr lang="en-CA" sz="2000" dirty="0" err="1"/>
              <a:t>A.union</a:t>
            </a:r>
            <a:r>
              <a:rPr lang="en-CA" sz="2000" dirty="0"/>
              <a:t>(B))Output: {1, 2, 3, 4, 5}</a:t>
            </a:r>
          </a:p>
          <a:p>
            <a:pPr marL="0" indent="0">
              <a:buNone/>
            </a:pPr>
            <a:r>
              <a:rPr lang="en-CA" sz="2000" dirty="0"/>
              <a:t>8. intersection() Purpose: - Returns common items between two sets.</a:t>
            </a:r>
          </a:p>
          <a:p>
            <a:pPr marL="0" indent="0">
              <a:buNone/>
            </a:pPr>
            <a:r>
              <a:rPr lang="en-CA" sz="2000" dirty="0"/>
              <a:t> Example: A = {1, 2, 3} B = {2, 3, 4}</a:t>
            </a:r>
          </a:p>
          <a:p>
            <a:pPr marL="0" indent="0">
              <a:buNone/>
            </a:pPr>
            <a:r>
              <a:rPr lang="en-CA" sz="2000" dirty="0"/>
              <a:t>print(</a:t>
            </a:r>
            <a:r>
              <a:rPr lang="en-CA" sz="2000" dirty="0" err="1"/>
              <a:t>A.intersection</a:t>
            </a:r>
            <a:r>
              <a:rPr lang="en-CA" sz="2000" dirty="0"/>
              <a:t>(B))</a:t>
            </a:r>
          </a:p>
          <a:p>
            <a:pPr marL="0" indent="0">
              <a:buNone/>
            </a:pPr>
            <a:r>
              <a:rPr lang="en-CA" sz="2000" dirty="0"/>
              <a:t> Output: {2, 3}</a:t>
            </a:r>
          </a:p>
        </p:txBody>
      </p:sp>
    </p:spTree>
    <p:extLst>
      <p:ext uri="{BB962C8B-B14F-4D97-AF65-F5344CB8AC3E}">
        <p14:creationId xmlns:p14="http://schemas.microsoft.com/office/powerpoint/2010/main" val="1683524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ECC5D-9BE0-9B27-5378-A36A18C2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Python_Set</a:t>
            </a:r>
            <a:r>
              <a:rPr lang="en-US" dirty="0"/>
              <a:t> _command cheat sheet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FF0CE4-6DCF-42A8-2EFA-235598B572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949901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125605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 dirty="0">
                          <a:solidFill>
                            <a:srgbClr val="000000"/>
                          </a:solidFill>
                          <a:effectLst/>
                        </a:rPr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648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add()</a:t>
                      </a:r>
                      <a:endParaRPr lang="en-CA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Add an 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331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remove()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Remove an item (error if missing)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5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discard()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Remove an item (no error)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617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len()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Count items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55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clear()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Remove all items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101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union()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Combine 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31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intersection()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 dirty="0">
                          <a:solidFill>
                            <a:srgbClr val="000000"/>
                          </a:solidFill>
                          <a:effectLst/>
                        </a:rPr>
                        <a:t>Find common items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394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333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E3728-9855-C046-2EE9-D39BD88A6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3" y="0"/>
            <a:ext cx="2345267" cy="807948"/>
          </a:xfrm>
        </p:spPr>
        <p:txBody>
          <a:bodyPr/>
          <a:lstStyle/>
          <a:p>
            <a:r>
              <a:rPr lang="en-US" dirty="0"/>
              <a:t>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09903-F7FC-8D0C-AAE9-5CB4FBFFE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3" y="1197414"/>
            <a:ext cx="6468534" cy="2477119"/>
          </a:xfrm>
        </p:spPr>
        <p:txBody>
          <a:bodyPr>
            <a:normAutofit/>
          </a:bodyPr>
          <a:lstStyle/>
          <a:p>
            <a:r>
              <a:rPr lang="en-CA" sz="2000" dirty="0"/>
              <a:t>Tuple is a collection of multiple items. </a:t>
            </a:r>
          </a:p>
          <a:p>
            <a:r>
              <a:rPr lang="en-CA" sz="2000" dirty="0"/>
              <a:t>Tuple items are ordered.</a:t>
            </a:r>
          </a:p>
          <a:p>
            <a:r>
              <a:rPr lang="en-CA" sz="2000" dirty="0"/>
              <a:t>Tuple allows duplicate values. - </a:t>
            </a:r>
          </a:p>
          <a:p>
            <a:r>
              <a:rPr lang="en-CA" sz="2000" dirty="0"/>
              <a:t>Tuple supports indexing. - </a:t>
            </a:r>
          </a:p>
          <a:p>
            <a:r>
              <a:rPr lang="en-CA" sz="2000" dirty="0">
                <a:highlight>
                  <a:srgbClr val="FFFF00"/>
                </a:highlight>
              </a:rPr>
              <a:t>Tuple is immutable (cannot be changed after creation). </a:t>
            </a:r>
          </a:p>
          <a:p>
            <a:r>
              <a:rPr lang="en-CA" sz="2000" dirty="0">
                <a:highlight>
                  <a:srgbClr val="FFFF00"/>
                </a:highlight>
              </a:rPr>
              <a:t>Tuple is created using round brackets ( ).</a:t>
            </a:r>
            <a:endParaRPr lang="en-US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54968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83BC3-7355-CB42-B21E-F0228D9E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81F2F-9D1D-55A1-6563-9818C5239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C06C2-A7F0-FA68-6D8B-7742F14EE390}"/>
              </a:ext>
            </a:extLst>
          </p:cNvPr>
          <p:cNvSpPr txBox="1"/>
          <p:nvPr/>
        </p:nvSpPr>
        <p:spPr>
          <a:xfrm>
            <a:off x="1151466" y="2339014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0" i="0" dirty="0">
                <a:solidFill>
                  <a:srgbClr val="000000"/>
                </a:solidFill>
                <a:effectLst/>
              </a:rPr>
              <a:t>Example: </a:t>
            </a:r>
          </a:p>
          <a:p>
            <a:r>
              <a:rPr lang="en-CA" sz="2000" b="0" i="0" dirty="0">
                <a:solidFill>
                  <a:srgbClr val="000000"/>
                </a:solidFill>
                <a:effectLst/>
              </a:rPr>
              <a:t>fruits = ("apple", "banana", "orange", "apple") </a:t>
            </a:r>
          </a:p>
          <a:p>
            <a:r>
              <a:rPr lang="en-CA" sz="2000" b="0" i="0" dirty="0">
                <a:solidFill>
                  <a:srgbClr val="000000"/>
                </a:solidFill>
                <a:effectLst/>
              </a:rPr>
              <a:t>print(fruits) </a:t>
            </a:r>
          </a:p>
          <a:p>
            <a:r>
              <a:rPr lang="en-CA" sz="2000" b="0" i="0" dirty="0">
                <a:solidFill>
                  <a:srgbClr val="000000"/>
                </a:solidFill>
                <a:effectLst/>
              </a:rPr>
              <a:t>Output: ('apple', 'banana', 'orange', 'apple’)</a:t>
            </a:r>
          </a:p>
          <a:p>
            <a:endParaRPr lang="en-CA" sz="2000" dirty="0">
              <a:solidFill>
                <a:srgbClr val="000000"/>
              </a:solidFill>
            </a:endParaRPr>
          </a:p>
          <a:p>
            <a:r>
              <a:rPr lang="en-CA" sz="2000" dirty="0"/>
              <a:t>Check type: </a:t>
            </a:r>
          </a:p>
          <a:p>
            <a:r>
              <a:rPr lang="en-CA" sz="2000" dirty="0"/>
              <a:t>print(type(fruits)) </a:t>
            </a:r>
          </a:p>
          <a:p>
            <a:r>
              <a:rPr lang="en-CA" sz="2000" dirty="0"/>
              <a:t>Output: &lt;class 'tuple'&gt;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0866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47AC-5285-01BC-0C70-381F06E4B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" y="0"/>
            <a:ext cx="1447800" cy="379941"/>
          </a:xfrm>
        </p:spPr>
        <p:txBody>
          <a:bodyPr>
            <a:noAutofit/>
          </a:bodyPr>
          <a:lstStyle/>
          <a:p>
            <a:r>
              <a:rPr lang="en-US" sz="3200" dirty="0"/>
              <a:t>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8FE17-58EB-A7BC-2A63-AAA6E52C3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33" y="520701"/>
            <a:ext cx="8809567" cy="61341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1800" dirty="0"/>
              <a:t>1. Ordered Collection - Each item has a fixed position. - Index starts from 0. </a:t>
            </a:r>
          </a:p>
          <a:p>
            <a:r>
              <a:rPr lang="en-CA" sz="1800" dirty="0"/>
              <a:t>Example: fruits = ("apple", "banana", "orange") </a:t>
            </a:r>
          </a:p>
          <a:p>
            <a:r>
              <a:rPr lang="en-CA" sz="1800" dirty="0"/>
              <a:t>print(fruits[0]) Output: apple</a:t>
            </a:r>
          </a:p>
          <a:p>
            <a:r>
              <a:rPr lang="en-CA" sz="1800" dirty="0"/>
              <a:t>print(fruits[2]) Output: orange</a:t>
            </a:r>
          </a:p>
          <a:p>
            <a:endParaRPr lang="en-CA" sz="1800" dirty="0"/>
          </a:p>
          <a:p>
            <a:pPr marL="0" indent="0">
              <a:buNone/>
            </a:pPr>
            <a:r>
              <a:rPr lang="en-CA" sz="1800" dirty="0"/>
              <a:t>2. Allows Duplicate Values </a:t>
            </a:r>
          </a:p>
          <a:p>
            <a:r>
              <a:rPr lang="en-CA" sz="1800" dirty="0"/>
              <a:t>Example: numbers = (10, 20, 20, 30) print(numbers) </a:t>
            </a:r>
          </a:p>
          <a:p>
            <a:r>
              <a:rPr lang="en-CA" sz="1800" dirty="0"/>
              <a:t>Output: (10, 20, 20, 30)</a:t>
            </a:r>
          </a:p>
          <a:p>
            <a:pPr marL="0" indent="0">
              <a:buNone/>
            </a:pPr>
            <a:endParaRPr lang="en-CA" sz="1800" dirty="0"/>
          </a:p>
          <a:p>
            <a:pPr marL="0" indent="0">
              <a:buNone/>
            </a:pPr>
            <a:r>
              <a:rPr lang="en-CA" sz="1800" dirty="0"/>
              <a:t>3. Immutable - We cannot change, add, or remove items from a tuple. </a:t>
            </a:r>
          </a:p>
          <a:p>
            <a:pPr marL="0" indent="0">
              <a:buNone/>
            </a:pPr>
            <a:r>
              <a:rPr lang="en-CA" sz="1800" dirty="0"/>
              <a:t>Example: numbers = (10, 20, 30) </a:t>
            </a:r>
          </a:p>
          <a:p>
            <a:pPr marL="0" indent="0">
              <a:buNone/>
            </a:pPr>
            <a:r>
              <a:rPr lang="en-CA" sz="1800" dirty="0"/>
              <a:t>numbers[0] = 100</a:t>
            </a:r>
          </a:p>
          <a:p>
            <a:pPr marL="0" indent="0">
              <a:buNone/>
            </a:pPr>
            <a:r>
              <a:rPr lang="en-CA" sz="1800" dirty="0"/>
              <a:t>Output: Error # Tuple values cannot be modified.</a:t>
            </a:r>
          </a:p>
          <a:p>
            <a:pPr marL="0" indent="0">
              <a:buNone/>
            </a:pPr>
            <a:endParaRPr lang="en-CA" sz="1800" dirty="0"/>
          </a:p>
          <a:p>
            <a:pPr marL="0" indent="0">
              <a:buNone/>
            </a:pPr>
            <a:r>
              <a:rPr lang="en-CA" sz="1800" dirty="0"/>
              <a:t>4. Creating a Tuple: ----------------- Example: numbers = (1, 2, 3) </a:t>
            </a:r>
          </a:p>
          <a:p>
            <a:pPr marL="0" indent="0">
              <a:buNone/>
            </a:pPr>
            <a:r>
              <a:rPr lang="en-CA" sz="1800" dirty="0"/>
              <a:t>Empty tuple: x = () </a:t>
            </a:r>
          </a:p>
          <a:p>
            <a:pPr marL="0" indent="0">
              <a:buNone/>
            </a:pPr>
            <a:r>
              <a:rPr lang="en-CA" sz="1800" dirty="0"/>
              <a:t>Tuple with one item: x = (10,) # Comma is required for a single-item tuple.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56526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A6576-67B0-895C-E6B6-BD7F7E02B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21885-8C3C-5B73-CBE4-0B333150E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dirty="0"/>
              <a:t>Access Tuple Items: ------------------- Using index: </a:t>
            </a:r>
          </a:p>
          <a:p>
            <a:r>
              <a:rPr lang="en-CA" sz="2000" dirty="0"/>
              <a:t>numbers = (10, 20, 30, 40) </a:t>
            </a:r>
          </a:p>
          <a:p>
            <a:r>
              <a:rPr lang="en-CA" sz="2000" dirty="0"/>
              <a:t>print(numbers[1]) Output: 20</a:t>
            </a:r>
          </a:p>
          <a:p>
            <a:pPr marL="0" indent="0">
              <a:buNone/>
            </a:pPr>
            <a:endParaRPr lang="en-CA" sz="2000" dirty="0"/>
          </a:p>
          <a:p>
            <a:r>
              <a:rPr lang="en-CA" sz="2000" dirty="0"/>
              <a:t>Negative indexing: print(numbers[-1]) Output: 40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09579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15A8-3783-A77E-43CA-69D8C6A40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0"/>
            <a:ext cx="10515600" cy="786342"/>
          </a:xfrm>
        </p:spPr>
        <p:txBody>
          <a:bodyPr/>
          <a:lstStyle/>
          <a:p>
            <a:r>
              <a:rPr lang="en-CA" dirty="0"/>
              <a:t>Common Tuple Commands-1 :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215C9-1BA0-83D0-3898-116FB97D0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199" y="1151468"/>
            <a:ext cx="11032067" cy="534140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sz="2000" dirty="0"/>
              <a:t>1. </a:t>
            </a:r>
            <a:r>
              <a:rPr lang="en-CA" sz="2000" dirty="0" err="1"/>
              <a:t>len</a:t>
            </a:r>
            <a:r>
              <a:rPr lang="en-CA" sz="2000" dirty="0"/>
              <a:t>() Purpose: - Finds the total number of items in a tuple. </a:t>
            </a:r>
          </a:p>
          <a:p>
            <a:pPr marL="0" indent="0">
              <a:buNone/>
            </a:pPr>
            <a:r>
              <a:rPr lang="en-CA" sz="2000" dirty="0"/>
              <a:t>Example: numbers = (10, 20, 30, 40) </a:t>
            </a:r>
          </a:p>
          <a:p>
            <a:pPr marL="0" indent="0">
              <a:buNone/>
            </a:pPr>
            <a:r>
              <a:rPr lang="en-CA" sz="2000" dirty="0"/>
              <a:t>print(</a:t>
            </a:r>
            <a:r>
              <a:rPr lang="en-CA" sz="2000" dirty="0" err="1"/>
              <a:t>len</a:t>
            </a:r>
            <a:r>
              <a:rPr lang="en-CA" sz="2000" dirty="0"/>
              <a:t>(numbers))</a:t>
            </a:r>
          </a:p>
          <a:p>
            <a:pPr marL="0" indent="0">
              <a:buNone/>
            </a:pPr>
            <a:r>
              <a:rPr lang="en-CA" sz="2000" dirty="0"/>
              <a:t>Output: 4</a:t>
            </a:r>
          </a:p>
          <a:p>
            <a:pPr marL="0" indent="0">
              <a:buNone/>
            </a:pPr>
            <a:r>
              <a:rPr lang="en-CA" sz="2000" dirty="0"/>
              <a:t>2. count() Purpose: - Counts how many times a value appears. </a:t>
            </a:r>
          </a:p>
          <a:p>
            <a:pPr marL="0" indent="0">
              <a:buNone/>
            </a:pPr>
            <a:r>
              <a:rPr lang="en-CA" sz="2000" dirty="0"/>
              <a:t>Example: numbers = (10, 20, 20, 30)</a:t>
            </a:r>
          </a:p>
          <a:p>
            <a:pPr marL="0" indent="0">
              <a:buNone/>
            </a:pPr>
            <a:r>
              <a:rPr lang="en-CA" sz="2000" dirty="0"/>
              <a:t>print(</a:t>
            </a:r>
            <a:r>
              <a:rPr lang="en-CA" sz="2000" dirty="0" err="1"/>
              <a:t>numbers.count</a:t>
            </a:r>
            <a:r>
              <a:rPr lang="en-CA" sz="2000" dirty="0"/>
              <a:t>(20)) </a:t>
            </a:r>
          </a:p>
          <a:p>
            <a:pPr marL="0" indent="0">
              <a:buNone/>
            </a:pPr>
            <a:r>
              <a:rPr lang="en-CA" sz="2000" dirty="0"/>
              <a:t>Output: 2</a:t>
            </a:r>
          </a:p>
          <a:p>
            <a:endParaRPr lang="en-CA" sz="2000" dirty="0"/>
          </a:p>
          <a:p>
            <a:pPr marL="0" indent="0">
              <a:buNone/>
            </a:pPr>
            <a:r>
              <a:rPr lang="en-CA" sz="2000" dirty="0"/>
              <a:t>3. index() Purpose: - Finds the position of the first occurrence of an item. </a:t>
            </a:r>
          </a:p>
          <a:p>
            <a:pPr marL="0" indent="0">
              <a:buNone/>
            </a:pPr>
            <a:r>
              <a:rPr lang="en-CA" sz="2000" dirty="0"/>
              <a:t>Example: numbers = (10, 20, 30, 40)</a:t>
            </a:r>
          </a:p>
          <a:p>
            <a:pPr marL="0" indent="0">
              <a:buNone/>
            </a:pPr>
            <a:r>
              <a:rPr lang="en-CA" sz="2000" dirty="0"/>
              <a:t>print(</a:t>
            </a:r>
            <a:r>
              <a:rPr lang="en-CA" sz="2000" dirty="0" err="1"/>
              <a:t>numbers.index</a:t>
            </a:r>
            <a:r>
              <a:rPr lang="en-CA" sz="2000" dirty="0"/>
              <a:t>(30)) </a:t>
            </a:r>
          </a:p>
          <a:p>
            <a:pPr marL="0" indent="0">
              <a:buNone/>
            </a:pPr>
            <a:r>
              <a:rPr lang="en-CA" sz="2000" dirty="0"/>
              <a:t>Output: 2</a:t>
            </a:r>
          </a:p>
          <a:p>
            <a:pPr marL="0" indent="0">
              <a:buNone/>
            </a:pPr>
            <a:endParaRPr lang="en-CA" sz="2000" dirty="0"/>
          </a:p>
          <a:p>
            <a:pPr marL="0" indent="0">
              <a:buNone/>
            </a:pPr>
            <a:r>
              <a:rPr lang="en-CA" sz="2000" dirty="0"/>
              <a:t>4. in operator Purpose: - Checks whether an item exists in the tuple. </a:t>
            </a:r>
          </a:p>
          <a:p>
            <a:pPr marL="0" indent="0">
              <a:buNone/>
            </a:pPr>
            <a:r>
              <a:rPr lang="en-CA" sz="2000" dirty="0"/>
              <a:t>Example: fruits = ("apple", "banana", "orange")</a:t>
            </a:r>
          </a:p>
          <a:p>
            <a:pPr marL="0" indent="0">
              <a:buNone/>
            </a:pPr>
            <a:r>
              <a:rPr lang="en-CA" sz="2000" dirty="0"/>
              <a:t>print("banana" in fruits) Output: True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24221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818F6-F721-2EBF-D88A-4F56FF56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442200" cy="769408"/>
          </a:xfrm>
        </p:spPr>
        <p:txBody>
          <a:bodyPr/>
          <a:lstStyle/>
          <a:p>
            <a:r>
              <a:rPr lang="en-CA" dirty="0"/>
              <a:t>Common Tuple Commands-2 :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15F90-C86E-43B2-1602-38A518973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063625"/>
            <a:ext cx="11269133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dirty="0"/>
              <a:t>5. Slicing Purpose: - Extracts a part of a tuple. </a:t>
            </a:r>
          </a:p>
          <a:p>
            <a:pPr marL="0" indent="0">
              <a:buNone/>
            </a:pPr>
            <a:r>
              <a:rPr lang="en-CA" dirty="0"/>
              <a:t>Example: numbers = (10, 20, 30, 40, 50) </a:t>
            </a:r>
          </a:p>
          <a:p>
            <a:pPr marL="0" indent="0">
              <a:buNone/>
            </a:pPr>
            <a:r>
              <a:rPr lang="en-CA" dirty="0"/>
              <a:t>print(numbers[1:4]) </a:t>
            </a:r>
          </a:p>
          <a:p>
            <a:pPr marL="0" indent="0">
              <a:buNone/>
            </a:pPr>
            <a:r>
              <a:rPr lang="en-CA" dirty="0"/>
              <a:t>Output: (20, 30, 40)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6. Tuple Packing and Unpacking: </a:t>
            </a:r>
          </a:p>
          <a:p>
            <a:pPr marL="0" indent="0">
              <a:buNone/>
            </a:pPr>
            <a:r>
              <a:rPr lang="en-CA" dirty="0"/>
              <a:t>Tuple Packing: </a:t>
            </a:r>
          </a:p>
          <a:p>
            <a:r>
              <a:rPr lang="en-CA" dirty="0"/>
              <a:t>Example: student = ("John", 25, "Canada")</a:t>
            </a:r>
          </a:p>
          <a:p>
            <a:r>
              <a:rPr lang="en-CA" dirty="0"/>
              <a:t>print(student) Output: ('John', 25, 'Canada’)</a:t>
            </a:r>
          </a:p>
          <a:p>
            <a:pPr marL="0" indent="0">
              <a:buNone/>
            </a:pPr>
            <a:r>
              <a:rPr lang="en-CA" dirty="0"/>
              <a:t>Tuple Unpacking: </a:t>
            </a:r>
          </a:p>
          <a:p>
            <a:pPr marL="0" indent="0">
              <a:buNone/>
            </a:pPr>
            <a:r>
              <a:rPr lang="en-CA" dirty="0"/>
              <a:t>Example: name, age, country = student print(name) print(age) print(country) </a:t>
            </a:r>
          </a:p>
          <a:p>
            <a:pPr marL="0" indent="0">
              <a:buNone/>
            </a:pPr>
            <a:r>
              <a:rPr lang="en-CA" dirty="0"/>
              <a:t>Output: John 25 Canada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10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66CC-2A19-0248-0840-57BBC280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F5F8B3-3614-B4D9-68A3-3CAB8E0864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492742"/>
              </p:ext>
            </p:extLst>
          </p:nvPr>
        </p:nvGraphicFramePr>
        <p:xfrm>
          <a:off x="838200" y="2721134"/>
          <a:ext cx="8779934" cy="2560320"/>
        </p:xfrm>
        <a:graphic>
          <a:graphicData uri="http://schemas.openxmlformats.org/drawingml/2006/table">
            <a:tbl>
              <a:tblPr/>
              <a:tblGrid>
                <a:gridCol w="4389967">
                  <a:extLst>
                    <a:ext uri="{9D8B030D-6E8A-4147-A177-3AD203B41FA5}">
                      <a16:colId xmlns:a16="http://schemas.microsoft.com/office/drawing/2014/main" val="244357922"/>
                    </a:ext>
                  </a:extLst>
                </a:gridCol>
                <a:gridCol w="4389967">
                  <a:extLst>
                    <a:ext uri="{9D8B030D-6E8A-4147-A177-3AD203B41FA5}">
                      <a16:colId xmlns:a16="http://schemas.microsoft.com/office/drawing/2014/main" val="3649460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342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len()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Count number of items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65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count()</a:t>
                      </a:r>
                      <a:endParaRPr lang="en-CA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Count occurrences of a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713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index()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Find position of an 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839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Check if item exists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663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[ ]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Access item using 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641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[start:end]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 dirty="0">
                          <a:solidFill>
                            <a:srgbClr val="000000"/>
                          </a:solidFill>
                          <a:effectLst/>
                        </a:rPr>
                        <a:t>Slice tuple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14346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50ED36B-8661-21C9-9DB8-2B6AB44A23C3}"/>
              </a:ext>
            </a:extLst>
          </p:cNvPr>
          <p:cNvSpPr txBox="1"/>
          <p:nvPr/>
        </p:nvSpPr>
        <p:spPr>
          <a:xfrm>
            <a:off x="1286933" y="120721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CA" sz="3200" b="1" i="0" dirty="0">
                <a:solidFill>
                  <a:srgbClr val="000000"/>
                </a:solidFill>
                <a:effectLst/>
              </a:rPr>
              <a:t>Tuple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647006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99E5-09EF-22E4-2E7F-EC96F9F20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953000" cy="718608"/>
          </a:xfrm>
        </p:spPr>
        <p:txBody>
          <a:bodyPr/>
          <a:lstStyle/>
          <a:p>
            <a:r>
              <a:rPr lang="en-US" dirty="0"/>
              <a:t>List Vs Tuple Vs 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6476A0-38AF-66F3-8E5C-C3FB81DC870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0734958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233214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698557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72794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Tuple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705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Brackets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[ ]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( )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{ }</a:t>
                      </a:r>
                      <a:endParaRPr lang="en-C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522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Ordered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Indexing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04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Duplicate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602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Change items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>
                          <a:solidFill>
                            <a:srgbClr val="000000"/>
                          </a:solidFill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0" i="0" dirty="0">
                          <a:solidFill>
                            <a:srgbClr val="000000"/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479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600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36718-CFF7-E30B-F5FF-47B71E914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90536"/>
            <a:ext cx="8678333" cy="650875"/>
          </a:xfrm>
        </p:spPr>
        <p:txBody>
          <a:bodyPr>
            <a:normAutofit fontScale="90000"/>
          </a:bodyPr>
          <a:lstStyle/>
          <a:p>
            <a:r>
              <a:rPr lang="en-CA" dirty="0"/>
              <a:t>For an </a:t>
            </a:r>
            <a:r>
              <a:rPr lang="en-CA" b="1" dirty="0"/>
              <a:t>AI Data Analyst</a:t>
            </a:r>
            <a:r>
              <a:rPr lang="en-CA" dirty="0"/>
              <a:t>, you mainly need:</a:t>
            </a:r>
            <a:br>
              <a:rPr lang="en-CA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69494-3352-4877-E403-FC130B684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en-CA" b="1" dirty="0"/>
              <a:t>List</a:t>
            </a:r>
            <a:r>
              <a:rPr lang="en-CA" dirty="0"/>
              <a:t> → frequently used for storing and changing data</a:t>
            </a:r>
          </a:p>
          <a:p>
            <a:pPr lvl="0"/>
            <a:r>
              <a:rPr lang="en-CA" b="1" dirty="0"/>
              <a:t>Tuple</a:t>
            </a:r>
            <a:r>
              <a:rPr lang="en-CA" dirty="0"/>
              <a:t> → useful for fixed values (coordinates, records, settings)</a:t>
            </a:r>
          </a:p>
          <a:p>
            <a:pPr lvl="0"/>
            <a:r>
              <a:rPr lang="en-CA" b="1" dirty="0"/>
              <a:t>Set</a:t>
            </a:r>
            <a:r>
              <a:rPr lang="en-CA" dirty="0"/>
              <a:t> → useful for unique values and removing duplicates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116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1243</Words>
  <Application>Microsoft Macintosh PowerPoint</Application>
  <PresentationFormat>Widescreen</PresentationFormat>
  <Paragraphs>187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Office Theme</vt:lpstr>
      <vt:lpstr>Set and Tuple</vt:lpstr>
      <vt:lpstr>Set</vt:lpstr>
      <vt:lpstr>PowerPoint Presentation</vt:lpstr>
      <vt:lpstr>PowerPoint Presentation</vt:lpstr>
      <vt:lpstr>Common Set Commands-1: </vt:lpstr>
      <vt:lpstr>Common Set Commands-2: </vt:lpstr>
      <vt:lpstr>Python_Set _command cheat sheet</vt:lpstr>
      <vt:lpstr>Tuple</vt:lpstr>
      <vt:lpstr>PowerPoint Presentation</vt:lpstr>
      <vt:lpstr>Tuple</vt:lpstr>
      <vt:lpstr>PowerPoint Presentation</vt:lpstr>
      <vt:lpstr>Common Tuple Commands-1 : </vt:lpstr>
      <vt:lpstr>Common Tuple Commands-2 : </vt:lpstr>
      <vt:lpstr>PowerPoint Presentation</vt:lpstr>
      <vt:lpstr>List Vs Tuple Vs Set</vt:lpstr>
      <vt:lpstr>For an AI Data Analyst, you mainly need: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 Verma</dc:creator>
  <cp:lastModifiedBy>Vijay Verma</cp:lastModifiedBy>
  <cp:revision>2</cp:revision>
  <dcterms:created xsi:type="dcterms:W3CDTF">2026-07-22T01:42:27Z</dcterms:created>
  <dcterms:modified xsi:type="dcterms:W3CDTF">2026-07-23T01:20:41Z</dcterms:modified>
</cp:coreProperties>
</file>